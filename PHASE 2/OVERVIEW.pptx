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IESA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A3050">
              <a:alpha val="80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SUBMISSION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Defect Classification — Inference Methodology &amp; Results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194560" cy="1097280"/>
          </a:xfrm>
          <a:prstGeom prst="rect">
            <a:avLst/>
          </a:prstGeom>
          <a:solidFill>
            <a:srgbClr val="1A3050"/>
          </a:solidFill>
          <a:ln w="2540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063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39.26%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017520"/>
            <a:ext cx="2194560" cy="1097280"/>
          </a:xfrm>
          <a:prstGeom prst="rect">
            <a:avLst/>
          </a:prstGeom>
          <a:solidFill>
            <a:srgbClr val="1A3050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063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45.48%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194560" cy="1097280"/>
          </a:xfrm>
          <a:prstGeom prst="rect">
            <a:avLst/>
          </a:prstGeom>
          <a:solidFill>
            <a:srgbClr val="1A3050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3063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8.50 MB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dd1vya  |  MobileNetV2 ONNX  |  8 Defect Classes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 folders → 8 training classes: the mapping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0" cy="3474720"/>
          </a:xfrm>
          <a:prstGeom prst="rect">
            <a:avLst/>
          </a:prstGeom>
          <a:solidFill>
            <a:srgbClr val="1A305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474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SET  (8 classes × 44)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bridge  (44 samples)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clean  (44 samples)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crack  (44 samples)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open  (44 samples)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535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other  (44 samples)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particle  (44 samples)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scratch  (44 samples)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684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via  (44 samples)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651760"/>
            <a:ext cx="91440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2514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840480" cy="3474720"/>
          </a:xfrm>
          <a:prstGeom prst="rect">
            <a:avLst/>
          </a:prstGeom>
          <a:solidFill>
            <a:srgbClr val="1A3050"/>
          </a:solidFill>
          <a:ln w="1905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 (9 folders)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581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 (30)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1581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scratch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15819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confirmed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492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 (30)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1874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other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52360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rule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4920" y="2167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(32)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2167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bridge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74920" y="2459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(33)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24597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74920" y="27523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 (31)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27523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crack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3044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(30)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3044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74920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(80)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3337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other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52360" y="3337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inflated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3630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 (30)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3630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particle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74920" y="3922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(30)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2240" y="3922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'other' inflated: 80 native + 30 LER = 110 test samples vs only 44 in training → distributional shift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BUG: IDENTIFIED &amp; FIXED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mismatch caused near-total prediction collapse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2560320"/>
          </a:xfrm>
          <a:prstGeom prst="rect">
            <a:avLst/>
          </a:prstGeom>
          <a:solidFill>
            <a:srgbClr val="1A3050"/>
          </a:solidFill>
          <a:ln w="2540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931920" cy="384048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BROKEN (ImageNet Norm)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Normalize(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4D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mean=[0.485, 0.456, 0.406],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4D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std=[0.229, 0.224, 0.225]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Model predicted 'other' for 92% of ALL samples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051560"/>
            <a:ext cx="3840480" cy="2560320"/>
          </a:xfrm>
          <a:prstGeom prst="rect">
            <a:avLst/>
          </a:prstGeom>
          <a:solidFill>
            <a:srgbClr val="1A3050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051560"/>
            <a:ext cx="3840480" cy="3840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FIXED (Calibrated Norm)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Normalize(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mean=[0.5, 0.5, 0.5],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std=[0.5, 0.5, 0.5]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Diagonal alive — model correctly classifying across all 8 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560320" cy="914400"/>
          </a:xfrm>
          <a:prstGeom prst="rect">
            <a:avLst/>
          </a:prstGeom>
          <a:solidFill>
            <a:srgbClr val="1A3050"/>
          </a:solidFill>
          <a:ln w="1905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Before 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749040"/>
            <a:ext cx="2560320" cy="914400"/>
          </a:xfrm>
          <a:prstGeom prst="rect">
            <a:avLst/>
          </a:prstGeom>
          <a:solidFill>
            <a:srgbClr val="1A305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39.26%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After Fix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2560320" cy="914400"/>
          </a:xfrm>
          <a:prstGeom prst="rect">
            <a:avLst/>
          </a:prstGeom>
          <a:solidFill>
            <a:srgbClr val="1A3050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+34%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INFERENCE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prediction flow on hackathon test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0515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84048" cy="10515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1521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996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 discovers 9 folders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alphabetically → 296 total images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8404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11521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4996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Grayscale→3ch → Resize 224×224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ToTensor → Normalize [0.5]*3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023360" cy="1051560"/>
          </a:xfrm>
          <a:prstGeom prst="rect">
            <a:avLst/>
          </a:prstGeom>
          <a:solidFill>
            <a:srgbClr val="1A3050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384048" cy="10515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317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2386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Mapping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7340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CMP→scratch, LER→other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 map 1:1 to training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023360" cy="1051560"/>
          </a:xfrm>
          <a:prstGeom prst="rect">
            <a:avLst/>
          </a:prstGeom>
          <a:solidFill>
            <a:srgbClr val="1A3050"/>
          </a:solidFill>
          <a:ln w="1905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384048" cy="1051560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317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2386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Inference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7340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batch_size=1 per image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023360" cy="10515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66160"/>
            <a:ext cx="384048" cy="10515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6616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" y="3621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Argmax 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39684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logits → argmax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predicted class index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23360" cy="10515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384048" cy="10515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6616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12080" y="3621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Outputs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9684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 / Recall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charts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MobileNetV2 ONNX  |  Input: 224×224×3  |  Output: 8-class logits  |  Runtime: ONNX Runtime  |  Avg: ~13.8ms/image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Hackathon Test Dataset Prediction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1280160"/>
          </a:xfrm>
          <a:prstGeom prst="rect">
            <a:avLst/>
          </a:prstGeom>
          <a:solidFill>
            <a:srgbClr val="1A3050"/>
          </a:solidFill>
          <a:ln w="2540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D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39.26%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011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005840"/>
            <a:ext cx="2011680" cy="1280160"/>
          </a:xfrm>
          <a:prstGeom prst="rect">
            <a:avLst/>
          </a:prstGeom>
          <a:solidFill>
            <a:srgbClr val="1A3050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45.48%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95728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95728" y="2011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005840"/>
            <a:ext cx="2011680" cy="1280160"/>
          </a:xfrm>
          <a:prstGeom prst="rect">
            <a:avLst/>
          </a:prstGeom>
          <a:solidFill>
            <a:srgbClr val="1A3050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39.26%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08576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8576" y="2011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1005840"/>
            <a:ext cx="2011680" cy="1280160"/>
          </a:xfrm>
          <a:prstGeom prst="rect">
            <a:avLst/>
          </a:prstGeom>
          <a:solidFill>
            <a:srgbClr val="1A3050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8.50 MB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21424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21424" y="2011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Samples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090672"/>
            <a:ext cx="8595360" cy="2286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0" y="30906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30906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43800" y="3136392"/>
            <a:ext cx="69129" cy="137160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328416"/>
            <a:ext cx="8595360" cy="228600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32841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0" y="33284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89120" y="33284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35040" y="33284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43800" y="3374136"/>
            <a:ext cx="332476" cy="137160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566160"/>
            <a:ext cx="8595360" cy="2286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0" y="3566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89120" y="3566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3504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43800" y="3611880"/>
            <a:ext cx="531084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803904"/>
            <a:ext cx="8595360" cy="228600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8039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0" y="380390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389120" y="380390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35040" y="38039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43800" y="3849624"/>
            <a:ext cx="145938" cy="137160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041648"/>
            <a:ext cx="8595360" cy="2286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0416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43200" y="40416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110*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89120" y="40416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35040" y="4041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543800" y="4087368"/>
            <a:ext cx="538764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4279392"/>
            <a:ext cx="8595360" cy="228600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279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743200" y="42793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389120" y="42793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03504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543800" y="4325112"/>
            <a:ext cx="658368" cy="1371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4517136"/>
            <a:ext cx="8595360" cy="2286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5171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0" y="45171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89120" y="45171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035040" y="45171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46.7%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543800" y="4562856"/>
            <a:ext cx="51243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754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743200" y="4754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389120" y="4754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035040" y="4754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543800" y="4800600"/>
            <a:ext cx="402702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50109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80 native + 30 LER mapped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identified, what we fixed, and what the model's limits 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5087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0" cy="15087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57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1152144"/>
            <a:ext cx="1234440" cy="2560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1521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1152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Mismatch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499616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 applied at inference but never used in training. Caused ~95% of predictions to collapse into 'other'. Fixed by calibrating normalization to [0.5]*3.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1508760"/>
          </a:xfrm>
          <a:prstGeom prst="rect">
            <a:avLst/>
          </a:prstGeom>
          <a:solidFill>
            <a:srgbClr val="1A3050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57200" cy="1508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97280"/>
            <a:ext cx="457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1152144"/>
            <a:ext cx="123444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1521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3520" y="1152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 Shift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499616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'other' class contains 110 test samples (80 native + 30 LER) vs 44 in training — a 2.5× inflated distribution the model was never calibrated for.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023360" cy="15087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457200" cy="15087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88920"/>
            <a:ext cx="457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0" y="2843784"/>
            <a:ext cx="123444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8437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28437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Defect Types (CMP &amp; LER)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191256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and LER were not present in training data. CMP→scratch approved by organizers. LER→other per hackathon rules. Model has no learned representation for these morphologies.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4023360" cy="1508760"/>
          </a:xfrm>
          <a:prstGeom prst="rect">
            <a:avLst/>
          </a:prstGeom>
          <a:solidFill>
            <a:srgbClr val="1A3050"/>
          </a:solidFill>
          <a:ln w="1905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88920"/>
            <a:ext cx="457200" cy="1508760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788920"/>
            <a:ext cx="457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2843784"/>
            <a:ext cx="1234440" cy="256032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28437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03520" y="28437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Class Under-Prediction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191256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for 'open' consistently below 0.08 across all 30 test samples. Model never fires this class. Root cause: training data diversity insufficient for this defect type.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SUBMISSION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files submitted per hackathon guidelines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1A3050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https://github.com/dd1vya/Edge-AI-Defect-Classification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28800"/>
            <a:ext cx="54864" cy="2011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hackathon_test_dataset_prediction.py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7373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inference script — named as 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8595360" cy="38404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58568"/>
            <a:ext cx="54864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671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run_logs.txt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1671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run log with timestamps, mapping details, and metrics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88336"/>
            <a:ext cx="54864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968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results.txt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5968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Classification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26664"/>
            <a:ext cx="8595360" cy="38404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18104"/>
            <a:ext cx="54864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266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confusion_matrix.png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30266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confusion matrix with prediction counts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47872"/>
            <a:ext cx="54864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56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confusion_matrix_normalized.png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4564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Row-normalized matrix showing per-class recall rates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886200"/>
            <a:ext cx="8595360" cy="38404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77640"/>
            <a:ext cx="54864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86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per_class_accuracy.png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3886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per-class accuracy vs overall baseline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315968"/>
            <a:ext cx="859536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407408"/>
            <a:ext cx="54864" cy="201168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15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43159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 dependencies for reproducibility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2560320"/>
          </a:xfrm>
          <a:prstGeom prst="rect">
            <a:avLst/>
          </a:prstGeom>
          <a:solidFill>
            <a:srgbClr val="1A305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We Got Right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Identified &amp; fixed critical normalization bug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Correct 9→8 class mapping (email confirmed)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2082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Diagnosed 'other' distributional shift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6829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Analyzed per-class confidence scores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1576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particle: 60% | crack: 48% | scratch: 47%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13.8ms avg inference — edge-ready speed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4297680" cy="2560320"/>
          </a:xfrm>
          <a:prstGeom prst="rect">
            <a:avLst/>
          </a:prstGeom>
          <a:solidFill>
            <a:srgbClr val="1A3050"/>
          </a:solidFill>
          <a:ln w="19050">
            <a:solidFill>
              <a:srgbClr val="FF4D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Known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open: 0 confidence — not learned in training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7099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'other' inflated 2.5× by LER mapping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939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CMP/LER unseen during training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4780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Only 44 samples/class — limited diversity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8620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bridge: 6.3% — visually ambiguous class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8595360" cy="1115568"/>
          </a:xfrm>
          <a:prstGeom prst="rect">
            <a:avLst/>
          </a:prstGeom>
          <a:solidFill>
            <a:srgbClr val="1A3050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39.26% Accuracy  |  45.48% Precision  |  39.26% Recall  |  8.50 MB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361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preprocessing bug discovery, distributional shift analysis, confidence score investigation, class mapping strategy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2 - Edge AI Defect Classification</dc:title>
  <dc:subject>PptxGenJS Presentation</dc:subject>
  <dc:creator>PptxGenJS</dc:creator>
  <cp:lastModifiedBy>PptxGenJS</cp:lastModifiedBy>
  <cp:revision>1</cp:revision>
  <dcterms:created xsi:type="dcterms:W3CDTF">2026-02-17T14:01:59Z</dcterms:created>
  <dcterms:modified xsi:type="dcterms:W3CDTF">2026-02-17T14:01:59Z</dcterms:modified>
</cp:coreProperties>
</file>